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INGENIERÍA DE SOFTWARE II  ·  TRABAJO DE CAMPO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554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HITO 4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Pruebas, Aseguramiento de Calidad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Documentación de Testing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886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STRIKE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 gimnasio  ·  Java 17 + Spring Boot + Vue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 </a:t>
            </a:r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Mateo Brizuela  ·  Ernesto Ponce  ·  Martín Mousist  ·  Fabricio Posada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Entrega: 03/06/2026   ·   github.com/MartinMousist/power-strike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 DE PARTIDA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nuevos requisitos sobre lo ya preparado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786384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039112"/>
            <a:ext cx="457200" cy="457200"/>
          </a:xfrm>
          <a:prstGeom prst="ellipse">
            <a:avLst/>
          </a:prstGeom>
          <a:solidFill>
            <a:srgbClr val="FF4B3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94767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Defectos como Issues en GitHub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2951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los errores también como issues del repo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0" y="2057400"/>
            <a:ext cx="2240280" cy="411480"/>
          </a:xfrm>
          <a:prstGeom prst="rect">
            <a:avLst/>
          </a:prstGeom>
          <a:noFill/>
          <a:ln w="12700">
            <a:solidFill>
              <a:srgbClr val="FF4B3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CRÍTICO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770632"/>
            <a:ext cx="10515600" cy="786384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2935224"/>
            <a:ext cx="457200" cy="457200"/>
          </a:xfrm>
          <a:prstGeom prst="ellipse">
            <a:avLst/>
          </a:prstGeom>
          <a:solidFill>
            <a:srgbClr val="FF4B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2843784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de GitHub Actions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319125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+ cobertura ejecutándose en cada push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0" y="2953512"/>
            <a:ext cx="2240280" cy="411480"/>
          </a:xfrm>
          <a:prstGeom prst="rect">
            <a:avLst/>
          </a:prstGeom>
          <a:noFill/>
          <a:ln w="12700">
            <a:solidFill>
              <a:srgbClr val="FF4B3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CRÍTICO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666744"/>
            <a:ext cx="10515600" cy="786384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3831336"/>
            <a:ext cx="457200" cy="45720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373989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Casos caja blanca + caja negra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40873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Mezclar ambas técnicas, no solo caja negra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0" y="3849624"/>
            <a:ext cx="2240280" cy="411480"/>
          </a:xfrm>
          <a:prstGeom prst="rect">
            <a:avLst/>
          </a:prstGeom>
          <a:noFill/>
          <a:ln w="12700">
            <a:solidFill>
              <a:srgbClr val="FFB1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IMPORTANTE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562856"/>
            <a:ext cx="10515600" cy="786384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" y="4727448"/>
            <a:ext cx="457200" cy="45720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727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91640" y="463600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Campo Prioridad además de Severidad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91640" y="4983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 la pone QA; Prioridad, el Product Owner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0" y="4745736"/>
            <a:ext cx="2240280" cy="411480"/>
          </a:xfrm>
          <a:prstGeom prst="rect">
            <a:avLst/>
          </a:prstGeom>
          <a:noFill/>
          <a:ln w="12700">
            <a:solidFill>
              <a:srgbClr val="FFB1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IMPORTANTE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5458968"/>
            <a:ext cx="10515600" cy="786384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1560" y="5623560"/>
            <a:ext cx="457200" cy="45720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91640" y="55321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Trazabilidad completa por defecto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91640" y="587959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reportó, asignado, dónde, versión, test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69680" y="5641848"/>
            <a:ext cx="2240280" cy="411480"/>
          </a:xfrm>
          <a:prstGeom prst="rect">
            <a:avLst/>
          </a:prstGeom>
          <a:noFill/>
          <a:ln w="12700">
            <a:solidFill>
              <a:srgbClr val="FFB1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IMPORTANTE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 2  ·  INTEGRACIÓN CONTINUA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de GitHub Actions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workflow .github/workflows/ci.yml corre solo en cada git push y pull request. La suite ya no depende de la ejecución manual local.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17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Temurin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caché Maven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62072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90088" y="27432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/>
        </p:spPr>
      </p:sp>
      <p:sp>
        <p:nvSpPr>
          <p:cNvPr id="12" name="Text 10"/>
          <p:cNvSpPr/>
          <p:nvPr/>
        </p:nvSpPr>
        <p:spPr>
          <a:xfrm>
            <a:off x="3127248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27248" y="3429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mvn verify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27248" y="3977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 y corre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72 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157216" y="27432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/>
        </p:spPr>
      </p:sp>
      <p:sp>
        <p:nvSpPr>
          <p:cNvPr id="17" name="Text 15"/>
          <p:cNvSpPr/>
          <p:nvPr/>
        </p:nvSpPr>
        <p:spPr>
          <a:xfrm>
            <a:off x="5294376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94376" y="3429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JaCoCo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94376" y="3977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y publica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de cobertura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96328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24344" y="27432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/>
        </p:spPr>
      </p:sp>
      <p:sp>
        <p:nvSpPr>
          <p:cNvPr id="22" name="Text 20"/>
          <p:cNvSpPr/>
          <p:nvPr/>
        </p:nvSpPr>
        <p:spPr>
          <a:xfrm>
            <a:off x="7461504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61504" y="3429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Umbral 60%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61504" y="3977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Comenta cobertura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PR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63456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491472" y="27432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1E2230"/>
          </a:solidFill>
          <a:ln/>
        </p:spPr>
      </p:sp>
      <p:sp>
        <p:nvSpPr>
          <p:cNvPr id="27" name="Text 25"/>
          <p:cNvSpPr/>
          <p:nvPr/>
        </p:nvSpPr>
        <p:spPr>
          <a:xfrm>
            <a:off x="9628632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28632" y="34290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Checkstyle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PMD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28632" y="3977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estático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publicado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 </a:t>
            </a:r>
            <a:pPr indent="0" marL="0">
              <a:buNone/>
            </a:pPr>
            <a:r>
              <a:rPr lang="en-US" sz="1700" b="1" dirty="0">
                <a:solidFill>
                  <a:srgbClr val="3DD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en verde en cada commit  ✓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 1  ·  GESTIÓN DE DEFECTOS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defectos documentados como Issues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issue con Severidad, Prioridad, descripción, pasos para reproducir, estado y trazabilidad.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5212080" cy="960120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468880"/>
            <a:ext cx="73152" cy="96012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5786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DEF-01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ausentes en ActivityController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60320" y="25786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Sev: Alta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2578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Corregido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53912" y="2468880"/>
            <a:ext cx="5212080" cy="960120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13" name="Shape 11"/>
          <p:cNvSpPr/>
          <p:nvPr/>
        </p:nvSpPr>
        <p:spPr>
          <a:xfrm>
            <a:off x="6153912" y="2468880"/>
            <a:ext cx="73152" cy="96012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25786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DEF-02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2512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ausentes en AttendanceRequest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91272" y="25786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Sev: Alta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45752" y="2578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Corregido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5212080" cy="960120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547872"/>
            <a:ext cx="73152" cy="96012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DEF-03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4050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no cubierta en UserService.updateUser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560320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Sev: Media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Corregido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53912" y="3547872"/>
            <a:ext cx="5212080" cy="960120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153912" y="3547872"/>
            <a:ext cx="73152" cy="96012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DEF-04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82512" y="4050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User.password sin tope superior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91272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Sev: Media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45752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Abierto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4626864"/>
            <a:ext cx="5212080" cy="960120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4626864"/>
            <a:ext cx="73152" cy="96012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47365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DEF-05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51560" y="51297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role case-sensitive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560320" y="47365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Sev: Baja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4736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Cerrado (diseño)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53912" y="4626864"/>
            <a:ext cx="5212080" cy="960120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37" name="Shape 35"/>
          <p:cNvSpPr/>
          <p:nvPr/>
        </p:nvSpPr>
        <p:spPr>
          <a:xfrm>
            <a:off x="6153912" y="4626864"/>
            <a:ext cx="73152" cy="96012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8" name="Text 36"/>
          <p:cNvSpPr/>
          <p:nvPr/>
        </p:nvSpPr>
        <p:spPr>
          <a:xfrm>
            <a:off x="6382512" y="47365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DEF-06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82512" y="51297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LoginRequest sin validaciones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891272" y="47365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Sev: Media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445752" y="4736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Abierto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 3  ·  TÉCNICAS DE PRUEBA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Caja negra + caja blanca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E223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20240"/>
            <a:ext cx="5212080" cy="77724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202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CAJA NEGRA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tests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web (controllers)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0690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Verifican comportamiento desde la especificación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Vía HTTP / MockMvc, sin ver el código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PE, VL y Tabla de decisión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53912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E2230"/>
          </a:solidFill>
          <a:ln/>
        </p:spPr>
      </p:sp>
      <p:sp>
        <p:nvSpPr>
          <p:cNvPr id="12" name="Shape 10"/>
          <p:cNvSpPr/>
          <p:nvPr/>
        </p:nvSpPr>
        <p:spPr>
          <a:xfrm>
            <a:off x="6153912" y="1920240"/>
            <a:ext cx="5212080" cy="777240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19202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CAJA BLANCA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27889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 tests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428232" y="3611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servicio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8232" y="40690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Diseñadas conociendo el código fuente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Recorren la lógica interna método a método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sentencias y ramas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 3  ·  COBERTURA ESTRUCTURAL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Cobertura de ramas y complejidad ciclomática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E223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ramas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paquete service/ (4/4)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7408" y="18288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E2230"/>
          </a:solidFill>
          <a:ln/>
        </p:spPr>
      </p:sp>
      <p:sp>
        <p:nvSpPr>
          <p:cNvPr id="9" name="Text 7"/>
          <p:cNvSpPr/>
          <p:nvPr/>
        </p:nvSpPr>
        <p:spPr>
          <a:xfrm>
            <a:off x="4590288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 ≤ 10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90288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todos los métodos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(umbral del Plan SQA)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1856" y="18288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E2230"/>
          </a:solidFill>
          <a:ln/>
        </p:spPr>
      </p:sp>
      <p:sp>
        <p:nvSpPr>
          <p:cNvPr id="12" name="Text 10"/>
          <p:cNvSpPr/>
          <p:nvPr/>
        </p:nvSpPr>
        <p:spPr>
          <a:xfrm>
            <a:off x="8174736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74736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violaciones de PMD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(mvn pmd:check)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10515600" cy="502920"/>
          </a:xfrm>
          <a:prstGeom prst="rect">
            <a:avLst/>
          </a:prstGeom>
          <a:solidFill>
            <a:srgbClr val="262B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9319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Método (service/)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3931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3544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Cobertura ramas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480560"/>
            <a:ext cx="10515600" cy="502920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4805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UserService.updateUser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0" y="4480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35440" y="4480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 (100%)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029200"/>
            <a:ext cx="10515600" cy="502920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0292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ActivityService.updateActivity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0" y="5029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5029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5577840"/>
            <a:ext cx="10515600" cy="502920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5778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AttendanceService.registerAttendance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89520" y="5577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35440" y="5577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REQUISITOS 4 Y 5  ·  TRAZABILIDAD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Severidad vs. Prioridad + trazabilidad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E223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PONE QA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SEVERIDAD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tan grave es el bug a nivel técnico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53912" y="18745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E2230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PONE EL PRODUCT OWNER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28232" y="2377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PRIORIDAD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28232" y="2880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tan urgente es corregirlo para el negocio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Matriz de trazabilidad — cada uno de los 12 defectos registra: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3337560" cy="640080"/>
          </a:xfrm>
          <a:prstGeom prst="rect">
            <a:avLst/>
          </a:prstGeom>
          <a:solidFill>
            <a:srgbClr val="262B3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51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251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Reportado por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4251960"/>
            <a:ext cx="3337560" cy="640080"/>
          </a:xfrm>
          <a:prstGeom prst="rect">
            <a:avLst/>
          </a:prstGeom>
          <a:solidFill>
            <a:srgbClr val="262B3B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4251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4251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Asignado 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63840" y="4251960"/>
            <a:ext cx="3337560" cy="640080"/>
          </a:xfrm>
          <a:prstGeom prst="rect">
            <a:avLst/>
          </a:prstGeom>
          <a:solidFill>
            <a:srgbClr val="262B3B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4251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4251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Detectado 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029200"/>
            <a:ext cx="3337560" cy="640080"/>
          </a:xfrm>
          <a:prstGeom prst="rect">
            <a:avLst/>
          </a:prstGeom>
          <a:solidFill>
            <a:srgbClr val="262B3B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029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5029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afectada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43400" y="5029200"/>
            <a:ext cx="3337560" cy="640080"/>
          </a:xfrm>
          <a:prstGeom prst="rect">
            <a:avLst/>
          </a:prstGeom>
          <a:solidFill>
            <a:srgbClr val="262B3B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5029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0" y="5029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de verificación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863840" y="5029200"/>
            <a:ext cx="3337560" cy="640080"/>
          </a:xfrm>
          <a:prstGeom prst="rect">
            <a:avLst/>
          </a:prstGeom>
          <a:solidFill>
            <a:srgbClr val="262B3B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0" y="5029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58200" y="5029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avance en números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E223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488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automatizados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E223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1488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63440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pasando (0 fallos)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E2230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1488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275320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módulos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E223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97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4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1051560" y="5257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defectos documentados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40690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E2230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4297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663440" y="5257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TDD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Red-Green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40690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E2230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4297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+51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8275320" y="5257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vs. Hito 3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4B3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5 requisitos, cumplidos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05840" y="2395728"/>
            <a:ext cx="365760" cy="365760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37744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Defectos publicados como 6 Issues en GitHub, con severidad, prioridad y trazabilidad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962656"/>
            <a:ext cx="365760" cy="365760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62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94436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GitHub Actions corriendo tests + cobertura en cada push (verde)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3529584"/>
            <a:ext cx="365760" cy="365760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29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511296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casos de caja negra + 22 pruebas de caja blanca, con ramas y complejidad ciclomática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05840" y="4096512"/>
            <a:ext cx="365760" cy="365760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96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07822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 (QA) y Prioridad (PO) separadas en la matriz de defectos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5840" y="4663440"/>
            <a:ext cx="365760" cy="365760"/>
          </a:xfrm>
          <a:prstGeom prst="ellipse">
            <a:avLst/>
          </a:prstGeom>
          <a:solidFill>
            <a:srgbClr val="3DD68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6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64515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completa: reportó, asignó, detección, versión y test por defecto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05840" y="5440680"/>
            <a:ext cx="10241280" cy="822960"/>
          </a:xfrm>
          <a:prstGeom prst="rect">
            <a:avLst/>
          </a:prstGeom>
          <a:solidFill>
            <a:srgbClr val="1E2230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54406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 tests en verde  ·  100% en módulos principales  ·  CI activo  ·  listo para la defensa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2026-06-03T03:16:26Z</dcterms:created>
  <dcterms:modified xsi:type="dcterms:W3CDTF">2026-06-03T03:16:26Z</dcterms:modified>
</cp:coreProperties>
</file>